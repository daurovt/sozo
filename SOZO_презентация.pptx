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oz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137660" cy="9058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697480"/>
            <a:ext cx="4320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РЕМОНТА И ОБСЛУЖИВАНИЯ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3749040"/>
            <a:ext cx="5143500" cy="53949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5" name="Shape 2"/>
          <p:cNvSpPr/>
          <p:nvPr/>
        </p:nvSpPr>
        <p:spPr>
          <a:xfrm rot="960000">
            <a:off x="4526280" y="3886200"/>
            <a:ext cx="1051560" cy="2011680"/>
          </a:xfrm>
          <a:prstGeom prst="parallelogram">
            <a:avLst/>
          </a:prstGeom>
          <a:solidFill>
            <a:srgbClr val="FEBB1B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4343400"/>
            <a:ext cx="3977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Мастер,
который приходит
и чинит.
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Вовремя.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11480" y="7772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Ташкент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80360" y="763524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FEBB1B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7635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sozo.uz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43205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мастера —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лотерея.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5143500" cy="1508760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331720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2331720"/>
            <a:ext cx="31775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Обещал —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пришёл.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5143500" cy="1508760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4023360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4023360"/>
            <a:ext cx="31775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Назвал цену —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передумал.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0" y="5715000"/>
            <a:ext cx="5143500" cy="1508760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5715000"/>
            <a:ext cx="1005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5715000"/>
            <a:ext cx="31775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 —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пропал.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0" y="7635240"/>
            <a:ext cx="5143500" cy="1508760"/>
          </a:xfrm>
          <a:prstGeom prst="rect">
            <a:avLst/>
          </a:prstGeom>
          <a:solidFill>
            <a:srgbClr val="FEBB1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7635240"/>
            <a:ext cx="43205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живёт весь город.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это исправляем.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4434840" y="-457200"/>
            <a:ext cx="1051560" cy="1645920"/>
          </a:xfrm>
          <a:prstGeom prst="parallelogram">
            <a:avLst/>
          </a:prstGeom>
          <a:solidFill>
            <a:srgbClr val="FEBB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2920"/>
            <a:ext cx="43205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SOZO — кнопка вызова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проверенного мастера.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432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такси. Только для ремонта.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2395728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 · электрика · кондиционеры · всё, что ломается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1051560" cy="1115568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246120"/>
            <a:ext cx="1051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463040" y="3246120"/>
            <a:ext cx="3268980" cy="1115568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3410712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737360" y="3849624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приложение, сайт или один звонок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4544568"/>
            <a:ext cx="1051560" cy="1115568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544568"/>
            <a:ext cx="1051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463040" y="4544568"/>
            <a:ext cx="3268980" cy="1115568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70916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 цена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737360" y="5148072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известны до приезда мастера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5843016"/>
            <a:ext cx="1051560" cy="1115568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843016"/>
            <a:ext cx="1051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1463040" y="5843016"/>
            <a:ext cx="3268980" cy="1115568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6007608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737360" y="6446520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фото «до» и «после»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7141464"/>
            <a:ext cx="1051560" cy="1115568"/>
          </a:xfrm>
          <a:prstGeom prst="rect">
            <a:avLst/>
          </a:prstGeom>
          <a:solidFill>
            <a:srgbClr val="FEBB1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7141464"/>
            <a:ext cx="1051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1463040" y="7141464"/>
            <a:ext cx="3268980" cy="1115568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7306056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и гарантия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737360" y="7744968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вам удобно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" y="8549640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Всё. Больше ничего делать не нужно.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B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0"/>
            <a:ext cx="43205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правила,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которые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нарушаются.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411480" y="3154680"/>
            <a:ext cx="4320540" cy="0"/>
          </a:xfrm>
          <a:prstGeom prst="line">
            <a:avLst/>
          </a:prstGeom>
          <a:noFill/>
          <a:ln w="19050">
            <a:solidFill>
              <a:srgbClr val="141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82696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3300984"/>
            <a:ext cx="3406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— до начала работ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25880" y="3776472"/>
            <a:ext cx="3406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не меняется без вашего согласия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4572000"/>
            <a:ext cx="4320540" cy="0"/>
          </a:xfrm>
          <a:prstGeom prst="line">
            <a:avLst/>
          </a:prstGeom>
          <a:noFill/>
          <a:ln w="19050">
            <a:solidFill>
              <a:srgbClr val="1414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700016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4718304"/>
            <a:ext cx="3406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работа — на фото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325880" y="5193792"/>
            <a:ext cx="3406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видите, за что платите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5989320"/>
            <a:ext cx="4320540" cy="0"/>
          </a:xfrm>
          <a:prstGeom prst="line">
            <a:avLst/>
          </a:prstGeom>
          <a:noFill/>
          <a:ln w="19050">
            <a:solidFill>
              <a:srgbClr val="1414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6117336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25880" y="6135624"/>
            <a:ext cx="3406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мастер — проверен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325880" y="6611112"/>
            <a:ext cx="3406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экзамен, договор, бейдж с QR-кодом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7406640"/>
            <a:ext cx="4320540" cy="0"/>
          </a:xfrm>
          <a:prstGeom prst="line">
            <a:avLst/>
          </a:prstGeom>
          <a:noFill/>
          <a:ln w="19050">
            <a:solidFill>
              <a:srgbClr val="1414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7534656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25880" y="7552944"/>
            <a:ext cx="3406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на всё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325880" y="8028432"/>
            <a:ext cx="3406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что-то не так — исправим бесплатно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43205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там,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раньше было 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мучение.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057400"/>
            <a:ext cx="4320540" cy="132588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057400"/>
            <a:ext cx="1051560" cy="1325880"/>
          </a:xfrm>
          <a:prstGeom prst="rect">
            <a:avLst/>
          </a:prstGeom>
          <a:solidFill>
            <a:srgbClr val="FEBB1B"/>
          </a:solidFill>
          <a:ln/>
        </p:spPr>
      </p:sp>
      <p:pic>
        <p:nvPicPr>
          <p:cNvPr id="5" name="Image 0" descr="icon_clock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47802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9928" y="224028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выбираете время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60904"/>
            <a:ext cx="2839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 приезжает в согласованное окно, а не «ждите весь день».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538728"/>
            <a:ext cx="4320540" cy="132588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3538728"/>
            <a:ext cx="1051560" cy="1325880"/>
          </a:xfrm>
          <a:prstGeom prst="rect">
            <a:avLst/>
          </a:prstGeom>
          <a:solidFill>
            <a:srgbClr val="FEBB1B"/>
          </a:solidFill>
          <a:ln/>
        </p:spPr>
      </p:sp>
      <p:pic>
        <p:nvPicPr>
          <p:cNvPr id="10" name="Image 1" descr="icon_eye_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959352"/>
            <a:ext cx="484632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09928" y="3721608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видно в телефоне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09928" y="4142232"/>
            <a:ext cx="2839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едет, когда будет, что сделал. Без звонков «ну где вы там?»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1480" y="5020056"/>
            <a:ext cx="4320540" cy="132588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4" name="Shape 10"/>
          <p:cNvSpPr/>
          <p:nvPr/>
        </p:nvSpPr>
        <p:spPr>
          <a:xfrm>
            <a:off x="411480" y="5020056"/>
            <a:ext cx="1051560" cy="1325880"/>
          </a:xfrm>
          <a:prstGeom prst="rect">
            <a:avLst/>
          </a:prstGeom>
          <a:solidFill>
            <a:srgbClr val="FEBB1B"/>
          </a:solidFill>
          <a:ln/>
        </p:spPr>
      </p:sp>
      <p:pic>
        <p:nvPicPr>
          <p:cNvPr id="15" name="Image 2" descr="icon_phone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440680"/>
            <a:ext cx="484632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09928" y="5202936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без приложения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09928" y="5623560"/>
            <a:ext cx="2839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Позвонили — диспетчер оформил всё сам. Ссылка придёт по SMS.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" y="6501384"/>
            <a:ext cx="4320540" cy="132588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9" name="Shape 14"/>
          <p:cNvSpPr/>
          <p:nvPr/>
        </p:nvSpPr>
        <p:spPr>
          <a:xfrm>
            <a:off x="411480" y="6501384"/>
            <a:ext cx="1051560" cy="1325880"/>
          </a:xfrm>
          <a:prstGeom prst="rect">
            <a:avLst/>
          </a:prstGeom>
          <a:solidFill>
            <a:srgbClr val="FEBB1B"/>
          </a:solidFill>
          <a:ln/>
        </p:spPr>
      </p:sp>
      <p:pic>
        <p:nvPicPr>
          <p:cNvPr id="20" name="Image 3" descr="icon_zap_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922008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09928" y="6684264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Авария? Едем сразу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709928" y="7104888"/>
            <a:ext cx="2839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Круглосуточно. Без выходных и праздников.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0" y="8138160"/>
            <a:ext cx="5143500" cy="10058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24" name="Text 18"/>
          <p:cNvSpPr/>
          <p:nvPr/>
        </p:nvSpPr>
        <p:spPr>
          <a:xfrm>
            <a:off x="411480" y="8138160"/>
            <a:ext cx="43205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 — это просто </a:t>
            </a:r>
            <a:pPr indent="0" marL="0">
              <a:buNone/>
            </a:pPr>
            <a:r>
              <a:rPr lang="en-US" sz="19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4206240" y="-365760"/>
            <a:ext cx="1280160" cy="1920240"/>
          </a:xfrm>
          <a:prstGeom prst="parallelogram">
            <a:avLst/>
          </a:prstGeom>
          <a:solidFill>
            <a:srgbClr val="FEBB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2920"/>
            <a:ext cx="40005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бизнеса — </a:t>
            </a:r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 более.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Аптеки · кафе · магазины · офисы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2651760"/>
            <a:ext cx="5143500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651760"/>
            <a:ext cx="128016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65176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2816352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договор на все точки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десяти мастеров по знакомым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3931920"/>
            <a:ext cx="5143500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931920"/>
            <a:ext cx="128016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93192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4096512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Аварии — по нормативу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52628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прорвало ночью — мы уже едем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5212080"/>
            <a:ext cx="5143500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212080"/>
            <a:ext cx="128016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21208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5376672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Фотоотчёт по каждой работе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80644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 всё, не выезжая на точку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5143500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92240"/>
            <a:ext cx="128016" cy="1115568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649224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B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6656832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Осмотры до поломки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708660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находим проблему раньше, чем она остановит работу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7863840"/>
            <a:ext cx="5143500" cy="1280160"/>
          </a:xfrm>
          <a:prstGeom prst="rect">
            <a:avLst/>
          </a:prstGeom>
          <a:solidFill>
            <a:srgbClr val="FEBB1B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7863840"/>
            <a:ext cx="4320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Хозяйство в порядке —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работает.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-457200" y="6217920"/>
            <a:ext cx="1737360" cy="3108960"/>
          </a:xfrm>
          <a:prstGeom prst="parallelogram">
            <a:avLst/>
          </a:prstGeom>
          <a:solidFill>
            <a:srgbClr val="FEBB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0"/>
            <a:ext cx="43205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Соберём город,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всё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3977640"/>
            <a:ext cx="514350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soz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92040"/>
            <a:ext cx="3589020" cy="7857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0744" y="7543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EBB1B"/>
          </a:solidFill>
          <a:ln/>
        </p:spPr>
      </p:sp>
      <p:sp>
        <p:nvSpPr>
          <p:cNvPr id="7" name="Text 4"/>
          <p:cNvSpPr/>
          <p:nvPr/>
        </p:nvSpPr>
        <p:spPr>
          <a:xfrm>
            <a:off x="1380744" y="7543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sozo.uz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8549640"/>
            <a:ext cx="4320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Ташкент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2026-08-04T09:34:15Z</dcterms:created>
  <dcterms:modified xsi:type="dcterms:W3CDTF">2026-08-04T09:34:15Z</dcterms:modified>
</cp:coreProperties>
</file>